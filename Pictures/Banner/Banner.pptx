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6" r:id="rId2"/>
  </p:sldIdLst>
  <p:sldSz cx="19799300" cy="360045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413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D9E2F5-19B7-46BC-89A8-B3A73B312D98}" v="19" dt="2024-03-19T16:55:23.9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65" d="100"/>
          <a:sy n="65" d="100"/>
        </p:scale>
        <p:origin x="78" y="2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 Parsons" userId="20614aba6f228070" providerId="LiveId" clId="{62D9E2F5-19B7-46BC-89A8-B3A73B312D98}"/>
    <pc:docChg chg="undo custSel modSld modMainMaster">
      <pc:chgData name="Ben Parsons" userId="20614aba6f228070" providerId="LiveId" clId="{62D9E2F5-19B7-46BC-89A8-B3A73B312D98}" dt="2024-03-19T16:55:13.276" v="378"/>
      <pc:docMkLst>
        <pc:docMk/>
      </pc:docMkLst>
      <pc:sldChg chg="addSp delSp modSp mod">
        <pc:chgData name="Ben Parsons" userId="20614aba6f228070" providerId="LiveId" clId="{62D9E2F5-19B7-46BC-89A8-B3A73B312D98}" dt="2024-03-19T16:55:13.276" v="378"/>
        <pc:sldMkLst>
          <pc:docMk/>
          <pc:sldMk cId="2874743813" sldId="256"/>
        </pc:sldMkLst>
        <pc:grpChg chg="add del mod">
          <ac:chgData name="Ben Parsons" userId="20614aba6f228070" providerId="LiveId" clId="{62D9E2F5-19B7-46BC-89A8-B3A73B312D98}" dt="2024-03-19T16:16:47.096" v="339" actId="165"/>
          <ac:grpSpMkLst>
            <pc:docMk/>
            <pc:sldMk cId="2874743813" sldId="256"/>
            <ac:grpSpMk id="5" creationId="{1CA25DB4-69ED-C4C3-575D-2144D1041D45}"/>
          </ac:grpSpMkLst>
        </pc:grpChg>
        <pc:grpChg chg="add del mod">
          <ac:chgData name="Ben Parsons" userId="20614aba6f228070" providerId="LiveId" clId="{62D9E2F5-19B7-46BC-89A8-B3A73B312D98}" dt="2024-03-19T16:15:30.712" v="324" actId="165"/>
          <ac:grpSpMkLst>
            <pc:docMk/>
            <pc:sldMk cId="2874743813" sldId="256"/>
            <ac:grpSpMk id="6" creationId="{3B11D473-7C9A-6ECE-D769-BB25003B5D05}"/>
          </ac:grpSpMkLst>
        </pc:grpChg>
        <pc:picChg chg="mod">
          <ac:chgData name="Ben Parsons" userId="20614aba6f228070" providerId="LiveId" clId="{62D9E2F5-19B7-46BC-89A8-B3A73B312D98}" dt="2024-03-19T16:55:13.276" v="378"/>
          <ac:picMkLst>
            <pc:docMk/>
            <pc:sldMk cId="2874743813" sldId="256"/>
            <ac:picMk id="3" creationId="{7FA40DBD-23EF-6739-D390-39D75C14FCFA}"/>
          </ac:picMkLst>
        </pc:picChg>
        <pc:picChg chg="add mod topLvl">
          <ac:chgData name="Ben Parsons" userId="20614aba6f228070" providerId="LiveId" clId="{62D9E2F5-19B7-46BC-89A8-B3A73B312D98}" dt="2024-03-19T16:55:13.276" v="378"/>
          <ac:picMkLst>
            <pc:docMk/>
            <pc:sldMk cId="2874743813" sldId="256"/>
            <ac:picMk id="4" creationId="{82090C12-165B-0C0B-79DA-148E5E7E1C95}"/>
          </ac:picMkLst>
        </pc:picChg>
        <pc:picChg chg="mod topLvl modCrop">
          <ac:chgData name="Ben Parsons" userId="20614aba6f228070" providerId="LiveId" clId="{62D9E2F5-19B7-46BC-89A8-B3A73B312D98}" dt="2024-03-19T16:55:13.276" v="378"/>
          <ac:picMkLst>
            <pc:docMk/>
            <pc:sldMk cId="2874743813" sldId="256"/>
            <ac:picMk id="7" creationId="{ED5288AE-B4D1-79B9-5DD6-D0C8E6C0F158}"/>
          </ac:picMkLst>
        </pc:picChg>
        <pc:picChg chg="mod topLvl">
          <ac:chgData name="Ben Parsons" userId="20614aba6f228070" providerId="LiveId" clId="{62D9E2F5-19B7-46BC-89A8-B3A73B312D98}" dt="2024-03-19T16:55:13.276" v="378"/>
          <ac:picMkLst>
            <pc:docMk/>
            <pc:sldMk cId="2874743813" sldId="256"/>
            <ac:picMk id="1026" creationId="{484F419A-AAA8-BDB5-3106-DE37B6E29DDE}"/>
          </ac:picMkLst>
        </pc:picChg>
        <pc:picChg chg="mod topLvl">
          <ac:chgData name="Ben Parsons" userId="20614aba6f228070" providerId="LiveId" clId="{62D9E2F5-19B7-46BC-89A8-B3A73B312D98}" dt="2024-03-19T16:55:13.276" v="378"/>
          <ac:picMkLst>
            <pc:docMk/>
            <pc:sldMk cId="2874743813" sldId="256"/>
            <ac:picMk id="1034" creationId="{2AE8F74B-13E3-0D7C-B50A-CA322BEB6858}"/>
          </ac:picMkLst>
        </pc:picChg>
        <pc:picChg chg="add del mod">
          <ac:chgData name="Ben Parsons" userId="20614aba6f228070" providerId="LiveId" clId="{62D9E2F5-19B7-46BC-89A8-B3A73B312D98}" dt="2024-03-19T15:48:46.384" v="118" actId="478"/>
          <ac:picMkLst>
            <pc:docMk/>
            <pc:sldMk cId="2874743813" sldId="256"/>
            <ac:picMk id="1036" creationId="{81B421AB-941E-2E88-CE86-B049DCF8460C}"/>
          </ac:picMkLst>
        </pc:picChg>
      </pc:sldChg>
      <pc:sldMasterChg chg="modSp modSldLayout">
        <pc:chgData name="Ben Parsons" userId="20614aba6f228070" providerId="LiveId" clId="{62D9E2F5-19B7-46BC-89A8-B3A73B312D98}" dt="2024-03-19T16:55:13.276" v="378"/>
        <pc:sldMasterMkLst>
          <pc:docMk/>
          <pc:sldMasterMk cId="3682029900" sldId="2147483792"/>
        </pc:sldMasterMkLst>
        <pc:spChg chg="mod">
          <ac:chgData name="Ben Parsons" userId="20614aba6f228070" providerId="LiveId" clId="{62D9E2F5-19B7-46BC-89A8-B3A73B312D98}" dt="2024-03-19T16:55:13.276" v="378"/>
          <ac:spMkLst>
            <pc:docMk/>
            <pc:sldMasterMk cId="3682029900" sldId="2147483792"/>
            <ac:spMk id="2" creationId="{00000000-0000-0000-0000-000000000000}"/>
          </ac:spMkLst>
        </pc:spChg>
        <pc:spChg chg="mod">
          <ac:chgData name="Ben Parsons" userId="20614aba6f228070" providerId="LiveId" clId="{62D9E2F5-19B7-46BC-89A8-B3A73B312D98}" dt="2024-03-19T16:55:13.276" v="378"/>
          <ac:spMkLst>
            <pc:docMk/>
            <pc:sldMasterMk cId="3682029900" sldId="2147483792"/>
            <ac:spMk id="3" creationId="{00000000-0000-0000-0000-000000000000}"/>
          </ac:spMkLst>
        </pc:spChg>
        <pc:spChg chg="mod">
          <ac:chgData name="Ben Parsons" userId="20614aba6f228070" providerId="LiveId" clId="{62D9E2F5-19B7-46BC-89A8-B3A73B312D98}" dt="2024-03-19T16:55:13.276" v="378"/>
          <ac:spMkLst>
            <pc:docMk/>
            <pc:sldMasterMk cId="3682029900" sldId="2147483792"/>
            <ac:spMk id="4" creationId="{00000000-0000-0000-0000-000000000000}"/>
          </ac:spMkLst>
        </pc:spChg>
        <pc:spChg chg="mod">
          <ac:chgData name="Ben Parsons" userId="20614aba6f228070" providerId="LiveId" clId="{62D9E2F5-19B7-46BC-89A8-B3A73B312D98}" dt="2024-03-19T16:55:13.276" v="378"/>
          <ac:spMkLst>
            <pc:docMk/>
            <pc:sldMasterMk cId="3682029900" sldId="2147483792"/>
            <ac:spMk id="5" creationId="{00000000-0000-0000-0000-000000000000}"/>
          </ac:spMkLst>
        </pc:spChg>
        <pc:spChg chg="mod">
          <ac:chgData name="Ben Parsons" userId="20614aba6f228070" providerId="LiveId" clId="{62D9E2F5-19B7-46BC-89A8-B3A73B312D98}" dt="2024-03-19T16:55:13.276" v="378"/>
          <ac:spMkLst>
            <pc:docMk/>
            <pc:sldMasterMk cId="3682029900" sldId="2147483792"/>
            <ac:spMk id="6" creationId="{00000000-0000-0000-0000-000000000000}"/>
          </ac:spMkLst>
        </pc:spChg>
        <pc:sldLayoutChg chg="modSp">
          <pc:chgData name="Ben Parsons" userId="20614aba6f228070" providerId="LiveId" clId="{62D9E2F5-19B7-46BC-89A8-B3A73B312D98}" dt="2024-03-19T16:55:13.276" v="378"/>
          <pc:sldLayoutMkLst>
            <pc:docMk/>
            <pc:sldMasterMk cId="3682029900" sldId="2147483792"/>
            <pc:sldLayoutMk cId="1074553415" sldId="2147483793"/>
          </pc:sldLayoutMkLst>
          <pc:spChg chg="mod">
            <ac:chgData name="Ben Parsons" userId="20614aba6f228070" providerId="LiveId" clId="{62D9E2F5-19B7-46BC-89A8-B3A73B312D98}" dt="2024-03-19T16:55:13.276" v="378"/>
            <ac:spMkLst>
              <pc:docMk/>
              <pc:sldMasterMk cId="3682029900" sldId="2147483792"/>
              <pc:sldLayoutMk cId="1074553415" sldId="2147483793"/>
              <ac:spMk id="2" creationId="{00000000-0000-0000-0000-000000000000}"/>
            </ac:spMkLst>
          </pc:spChg>
          <pc:spChg chg="mod">
            <ac:chgData name="Ben Parsons" userId="20614aba6f228070" providerId="LiveId" clId="{62D9E2F5-19B7-46BC-89A8-B3A73B312D98}" dt="2024-03-19T16:55:13.276" v="378"/>
            <ac:spMkLst>
              <pc:docMk/>
              <pc:sldMasterMk cId="3682029900" sldId="2147483792"/>
              <pc:sldLayoutMk cId="1074553415" sldId="2147483793"/>
              <ac:spMk id="3" creationId="{00000000-0000-0000-0000-000000000000}"/>
            </ac:spMkLst>
          </pc:spChg>
        </pc:sldLayoutChg>
        <pc:sldLayoutChg chg="modSp">
          <pc:chgData name="Ben Parsons" userId="20614aba6f228070" providerId="LiveId" clId="{62D9E2F5-19B7-46BC-89A8-B3A73B312D98}" dt="2024-03-19T16:55:13.276" v="378"/>
          <pc:sldLayoutMkLst>
            <pc:docMk/>
            <pc:sldMasterMk cId="3682029900" sldId="2147483792"/>
            <pc:sldLayoutMk cId="3517215975" sldId="2147483795"/>
          </pc:sldLayoutMkLst>
          <pc:spChg chg="mod">
            <ac:chgData name="Ben Parsons" userId="20614aba6f228070" providerId="LiveId" clId="{62D9E2F5-19B7-46BC-89A8-B3A73B312D98}" dt="2024-03-19T16:55:13.276" v="378"/>
            <ac:spMkLst>
              <pc:docMk/>
              <pc:sldMasterMk cId="3682029900" sldId="2147483792"/>
              <pc:sldLayoutMk cId="3517215975" sldId="2147483795"/>
              <ac:spMk id="2" creationId="{00000000-0000-0000-0000-000000000000}"/>
            </ac:spMkLst>
          </pc:spChg>
          <pc:spChg chg="mod">
            <ac:chgData name="Ben Parsons" userId="20614aba6f228070" providerId="LiveId" clId="{62D9E2F5-19B7-46BC-89A8-B3A73B312D98}" dt="2024-03-19T16:55:13.276" v="378"/>
            <ac:spMkLst>
              <pc:docMk/>
              <pc:sldMasterMk cId="3682029900" sldId="2147483792"/>
              <pc:sldLayoutMk cId="3517215975" sldId="2147483795"/>
              <ac:spMk id="3" creationId="{00000000-0000-0000-0000-000000000000}"/>
            </ac:spMkLst>
          </pc:spChg>
        </pc:sldLayoutChg>
        <pc:sldLayoutChg chg="modSp">
          <pc:chgData name="Ben Parsons" userId="20614aba6f228070" providerId="LiveId" clId="{62D9E2F5-19B7-46BC-89A8-B3A73B312D98}" dt="2024-03-19T16:55:13.276" v="378"/>
          <pc:sldLayoutMkLst>
            <pc:docMk/>
            <pc:sldMasterMk cId="3682029900" sldId="2147483792"/>
            <pc:sldLayoutMk cId="3275148898" sldId="2147483796"/>
          </pc:sldLayoutMkLst>
          <pc:spChg chg="mod">
            <ac:chgData name="Ben Parsons" userId="20614aba6f228070" providerId="LiveId" clId="{62D9E2F5-19B7-46BC-89A8-B3A73B312D98}" dt="2024-03-19T16:55:13.276" v="378"/>
            <ac:spMkLst>
              <pc:docMk/>
              <pc:sldMasterMk cId="3682029900" sldId="2147483792"/>
              <pc:sldLayoutMk cId="3275148898" sldId="2147483796"/>
              <ac:spMk id="3" creationId="{00000000-0000-0000-0000-000000000000}"/>
            </ac:spMkLst>
          </pc:spChg>
          <pc:spChg chg="mod">
            <ac:chgData name="Ben Parsons" userId="20614aba6f228070" providerId="LiveId" clId="{62D9E2F5-19B7-46BC-89A8-B3A73B312D98}" dt="2024-03-19T16:55:13.276" v="378"/>
            <ac:spMkLst>
              <pc:docMk/>
              <pc:sldMasterMk cId="3682029900" sldId="2147483792"/>
              <pc:sldLayoutMk cId="3275148898" sldId="2147483796"/>
              <ac:spMk id="4" creationId="{00000000-0000-0000-0000-000000000000}"/>
            </ac:spMkLst>
          </pc:spChg>
        </pc:sldLayoutChg>
        <pc:sldLayoutChg chg="modSp">
          <pc:chgData name="Ben Parsons" userId="20614aba6f228070" providerId="LiveId" clId="{62D9E2F5-19B7-46BC-89A8-B3A73B312D98}" dt="2024-03-19T16:55:13.276" v="378"/>
          <pc:sldLayoutMkLst>
            <pc:docMk/>
            <pc:sldMasterMk cId="3682029900" sldId="2147483792"/>
            <pc:sldLayoutMk cId="1691604604" sldId="2147483797"/>
          </pc:sldLayoutMkLst>
          <pc:spChg chg="mod">
            <ac:chgData name="Ben Parsons" userId="20614aba6f228070" providerId="LiveId" clId="{62D9E2F5-19B7-46BC-89A8-B3A73B312D98}" dt="2024-03-19T16:55:13.276" v="378"/>
            <ac:spMkLst>
              <pc:docMk/>
              <pc:sldMasterMk cId="3682029900" sldId="2147483792"/>
              <pc:sldLayoutMk cId="1691604604" sldId="2147483797"/>
              <ac:spMk id="2" creationId="{00000000-0000-0000-0000-000000000000}"/>
            </ac:spMkLst>
          </pc:spChg>
          <pc:spChg chg="mod">
            <ac:chgData name="Ben Parsons" userId="20614aba6f228070" providerId="LiveId" clId="{62D9E2F5-19B7-46BC-89A8-B3A73B312D98}" dt="2024-03-19T16:55:13.276" v="378"/>
            <ac:spMkLst>
              <pc:docMk/>
              <pc:sldMasterMk cId="3682029900" sldId="2147483792"/>
              <pc:sldLayoutMk cId="1691604604" sldId="2147483797"/>
              <ac:spMk id="3" creationId="{00000000-0000-0000-0000-000000000000}"/>
            </ac:spMkLst>
          </pc:spChg>
          <pc:spChg chg="mod">
            <ac:chgData name="Ben Parsons" userId="20614aba6f228070" providerId="LiveId" clId="{62D9E2F5-19B7-46BC-89A8-B3A73B312D98}" dt="2024-03-19T16:55:13.276" v="378"/>
            <ac:spMkLst>
              <pc:docMk/>
              <pc:sldMasterMk cId="3682029900" sldId="2147483792"/>
              <pc:sldLayoutMk cId="1691604604" sldId="2147483797"/>
              <ac:spMk id="4" creationId="{00000000-0000-0000-0000-000000000000}"/>
            </ac:spMkLst>
          </pc:spChg>
          <pc:spChg chg="mod">
            <ac:chgData name="Ben Parsons" userId="20614aba6f228070" providerId="LiveId" clId="{62D9E2F5-19B7-46BC-89A8-B3A73B312D98}" dt="2024-03-19T16:55:13.276" v="378"/>
            <ac:spMkLst>
              <pc:docMk/>
              <pc:sldMasterMk cId="3682029900" sldId="2147483792"/>
              <pc:sldLayoutMk cId="1691604604" sldId="2147483797"/>
              <ac:spMk id="5" creationId="{00000000-0000-0000-0000-000000000000}"/>
            </ac:spMkLst>
          </pc:spChg>
          <pc:spChg chg="mod">
            <ac:chgData name="Ben Parsons" userId="20614aba6f228070" providerId="LiveId" clId="{62D9E2F5-19B7-46BC-89A8-B3A73B312D98}" dt="2024-03-19T16:55:13.276" v="378"/>
            <ac:spMkLst>
              <pc:docMk/>
              <pc:sldMasterMk cId="3682029900" sldId="2147483792"/>
              <pc:sldLayoutMk cId="1691604604" sldId="2147483797"/>
              <ac:spMk id="6" creationId="{00000000-0000-0000-0000-000000000000}"/>
            </ac:spMkLst>
          </pc:spChg>
        </pc:sldLayoutChg>
        <pc:sldLayoutChg chg="modSp">
          <pc:chgData name="Ben Parsons" userId="20614aba6f228070" providerId="LiveId" clId="{62D9E2F5-19B7-46BC-89A8-B3A73B312D98}" dt="2024-03-19T16:55:13.276" v="378"/>
          <pc:sldLayoutMkLst>
            <pc:docMk/>
            <pc:sldMasterMk cId="3682029900" sldId="2147483792"/>
            <pc:sldLayoutMk cId="4278679275" sldId="2147483800"/>
          </pc:sldLayoutMkLst>
          <pc:spChg chg="mod">
            <ac:chgData name="Ben Parsons" userId="20614aba6f228070" providerId="LiveId" clId="{62D9E2F5-19B7-46BC-89A8-B3A73B312D98}" dt="2024-03-19T16:55:13.276" v="378"/>
            <ac:spMkLst>
              <pc:docMk/>
              <pc:sldMasterMk cId="3682029900" sldId="2147483792"/>
              <pc:sldLayoutMk cId="4278679275" sldId="2147483800"/>
              <ac:spMk id="2" creationId="{00000000-0000-0000-0000-000000000000}"/>
            </ac:spMkLst>
          </pc:spChg>
          <pc:spChg chg="mod">
            <ac:chgData name="Ben Parsons" userId="20614aba6f228070" providerId="LiveId" clId="{62D9E2F5-19B7-46BC-89A8-B3A73B312D98}" dt="2024-03-19T16:55:13.276" v="378"/>
            <ac:spMkLst>
              <pc:docMk/>
              <pc:sldMasterMk cId="3682029900" sldId="2147483792"/>
              <pc:sldLayoutMk cId="4278679275" sldId="2147483800"/>
              <ac:spMk id="3" creationId="{00000000-0000-0000-0000-000000000000}"/>
            </ac:spMkLst>
          </pc:spChg>
          <pc:spChg chg="mod">
            <ac:chgData name="Ben Parsons" userId="20614aba6f228070" providerId="LiveId" clId="{62D9E2F5-19B7-46BC-89A8-B3A73B312D98}" dt="2024-03-19T16:55:13.276" v="378"/>
            <ac:spMkLst>
              <pc:docMk/>
              <pc:sldMasterMk cId="3682029900" sldId="2147483792"/>
              <pc:sldLayoutMk cId="4278679275" sldId="2147483800"/>
              <ac:spMk id="4" creationId="{00000000-0000-0000-0000-000000000000}"/>
            </ac:spMkLst>
          </pc:spChg>
        </pc:sldLayoutChg>
        <pc:sldLayoutChg chg="modSp">
          <pc:chgData name="Ben Parsons" userId="20614aba6f228070" providerId="LiveId" clId="{62D9E2F5-19B7-46BC-89A8-B3A73B312D98}" dt="2024-03-19T16:55:13.276" v="378"/>
          <pc:sldLayoutMkLst>
            <pc:docMk/>
            <pc:sldMasterMk cId="3682029900" sldId="2147483792"/>
            <pc:sldLayoutMk cId="127600810" sldId="2147483801"/>
          </pc:sldLayoutMkLst>
          <pc:spChg chg="mod">
            <ac:chgData name="Ben Parsons" userId="20614aba6f228070" providerId="LiveId" clId="{62D9E2F5-19B7-46BC-89A8-B3A73B312D98}" dt="2024-03-19T16:55:13.276" v="378"/>
            <ac:spMkLst>
              <pc:docMk/>
              <pc:sldMasterMk cId="3682029900" sldId="2147483792"/>
              <pc:sldLayoutMk cId="127600810" sldId="2147483801"/>
              <ac:spMk id="2" creationId="{00000000-0000-0000-0000-000000000000}"/>
            </ac:spMkLst>
          </pc:spChg>
          <pc:spChg chg="mod">
            <ac:chgData name="Ben Parsons" userId="20614aba6f228070" providerId="LiveId" clId="{62D9E2F5-19B7-46BC-89A8-B3A73B312D98}" dt="2024-03-19T16:55:13.276" v="378"/>
            <ac:spMkLst>
              <pc:docMk/>
              <pc:sldMasterMk cId="3682029900" sldId="2147483792"/>
              <pc:sldLayoutMk cId="127600810" sldId="2147483801"/>
              <ac:spMk id="3" creationId="{00000000-0000-0000-0000-000000000000}"/>
            </ac:spMkLst>
          </pc:spChg>
          <pc:spChg chg="mod">
            <ac:chgData name="Ben Parsons" userId="20614aba6f228070" providerId="LiveId" clId="{62D9E2F5-19B7-46BC-89A8-B3A73B312D98}" dt="2024-03-19T16:55:13.276" v="378"/>
            <ac:spMkLst>
              <pc:docMk/>
              <pc:sldMasterMk cId="3682029900" sldId="2147483792"/>
              <pc:sldLayoutMk cId="127600810" sldId="2147483801"/>
              <ac:spMk id="4" creationId="{00000000-0000-0000-0000-000000000000}"/>
            </ac:spMkLst>
          </pc:spChg>
        </pc:sldLayoutChg>
        <pc:sldLayoutChg chg="modSp">
          <pc:chgData name="Ben Parsons" userId="20614aba6f228070" providerId="LiveId" clId="{62D9E2F5-19B7-46BC-89A8-B3A73B312D98}" dt="2024-03-19T16:55:13.276" v="378"/>
          <pc:sldLayoutMkLst>
            <pc:docMk/>
            <pc:sldMasterMk cId="3682029900" sldId="2147483792"/>
            <pc:sldLayoutMk cId="2307309673" sldId="2147483803"/>
          </pc:sldLayoutMkLst>
          <pc:spChg chg="mod">
            <ac:chgData name="Ben Parsons" userId="20614aba6f228070" providerId="LiveId" clId="{62D9E2F5-19B7-46BC-89A8-B3A73B312D98}" dt="2024-03-19T16:55:13.276" v="378"/>
            <ac:spMkLst>
              <pc:docMk/>
              <pc:sldMasterMk cId="3682029900" sldId="2147483792"/>
              <pc:sldLayoutMk cId="2307309673" sldId="2147483803"/>
              <ac:spMk id="2" creationId="{00000000-0000-0000-0000-000000000000}"/>
            </ac:spMkLst>
          </pc:spChg>
          <pc:spChg chg="mod">
            <ac:chgData name="Ben Parsons" userId="20614aba6f228070" providerId="LiveId" clId="{62D9E2F5-19B7-46BC-89A8-B3A73B312D98}" dt="2024-03-19T16:55:13.276" v="378"/>
            <ac:spMkLst>
              <pc:docMk/>
              <pc:sldMasterMk cId="3682029900" sldId="2147483792"/>
              <pc:sldLayoutMk cId="2307309673" sldId="2147483803"/>
              <ac:spMk id="3" creationId="{00000000-0000-0000-0000-000000000000}"/>
            </ac:spMkLst>
          </pc:spChg>
        </pc:sldLayoutChg>
      </pc:sldMasterChg>
    </pc:docChg>
  </pc:docChgLst>
  <pc:docChgLst>
    <pc:chgData name="Kristina Parsons" userId="2637c8b9ee0f7ded" providerId="LiveId" clId="{3AC723FB-6222-4CC1-B634-21668C86D7B8}"/>
    <pc:docChg chg="undo custSel modSld modMainMaster">
      <pc:chgData name="Kristina Parsons" userId="2637c8b9ee0f7ded" providerId="LiveId" clId="{3AC723FB-6222-4CC1-B634-21668C86D7B8}" dt="2023-09-28T20:55:32.755" v="2175" actId="1076"/>
      <pc:docMkLst>
        <pc:docMk/>
      </pc:docMkLst>
      <pc:sldChg chg="addSp delSp modSp mod setBg">
        <pc:chgData name="Kristina Parsons" userId="2637c8b9ee0f7ded" providerId="LiveId" clId="{3AC723FB-6222-4CC1-B634-21668C86D7B8}" dt="2023-09-28T20:55:32.755" v="2175" actId="1076"/>
        <pc:sldMkLst>
          <pc:docMk/>
          <pc:sldMk cId="2874743813" sldId="256"/>
        </pc:sldMkLst>
        <pc:spChg chg="add del">
          <ac:chgData name="Kristina Parsons" userId="2637c8b9ee0f7ded" providerId="LiveId" clId="{3AC723FB-6222-4CC1-B634-21668C86D7B8}" dt="2023-09-28T20:32:15.764" v="2148" actId="22"/>
          <ac:spMkLst>
            <pc:docMk/>
            <pc:sldMk cId="2874743813" sldId="256"/>
            <ac:spMk id="13" creationId="{9B4F7AB5-CC91-7479-FB51-BD8318D00836}"/>
          </ac:spMkLst>
        </pc:spChg>
        <pc:picChg chg="add mod">
          <ac:chgData name="Kristina Parsons" userId="2637c8b9ee0f7ded" providerId="LiveId" clId="{3AC723FB-6222-4CC1-B634-21668C86D7B8}" dt="2023-09-28T20:55:32.755" v="2175" actId="1076"/>
          <ac:picMkLst>
            <pc:docMk/>
            <pc:sldMk cId="2874743813" sldId="256"/>
            <ac:picMk id="3" creationId="{7FA40DBD-23EF-6739-D390-39D75C14FCFA}"/>
          </ac:picMkLst>
        </pc:picChg>
        <pc:picChg chg="add del mod">
          <ac:chgData name="Kristina Parsons" userId="2637c8b9ee0f7ded" providerId="LiveId" clId="{3AC723FB-6222-4CC1-B634-21668C86D7B8}" dt="2023-09-28T20:20:54.104" v="2048" actId="478"/>
          <ac:picMkLst>
            <pc:docMk/>
            <pc:sldMk cId="2874743813" sldId="256"/>
            <ac:picMk id="5" creationId="{53E7F565-F7C4-72CD-48DD-BB69B4D19447}"/>
          </ac:picMkLst>
        </pc:picChg>
        <pc:picChg chg="mod">
          <ac:chgData name="Kristina Parsons" userId="2637c8b9ee0f7ded" providerId="LiveId" clId="{3AC723FB-6222-4CC1-B634-21668C86D7B8}" dt="2023-09-28T20:33:41.944" v="2165" actId="1076"/>
          <ac:picMkLst>
            <pc:docMk/>
            <pc:sldMk cId="2874743813" sldId="256"/>
            <ac:picMk id="7" creationId="{ED5288AE-B4D1-79B9-5DD6-D0C8E6C0F158}"/>
          </ac:picMkLst>
        </pc:picChg>
        <pc:picChg chg="add del mod">
          <ac:chgData name="Kristina Parsons" userId="2637c8b9ee0f7ded" providerId="LiveId" clId="{3AC723FB-6222-4CC1-B634-21668C86D7B8}" dt="2023-09-28T20:20:49.875" v="2046" actId="931"/>
          <ac:picMkLst>
            <pc:docMk/>
            <pc:sldMk cId="2874743813" sldId="256"/>
            <ac:picMk id="9" creationId="{430FCA6E-8BED-B224-D281-86FC35F21D19}"/>
          </ac:picMkLst>
        </pc:picChg>
        <pc:picChg chg="add del mod">
          <ac:chgData name="Kristina Parsons" userId="2637c8b9ee0f7ded" providerId="LiveId" clId="{3AC723FB-6222-4CC1-B634-21668C86D7B8}" dt="2023-09-28T20:54:51.525" v="2167" actId="478"/>
          <ac:picMkLst>
            <pc:docMk/>
            <pc:sldMk cId="2874743813" sldId="256"/>
            <ac:picMk id="11" creationId="{42AD392E-D6F6-623E-C1E0-6E3CD6FE2A41}"/>
          </ac:picMkLst>
        </pc:picChg>
        <pc:picChg chg="mod">
          <ac:chgData name="Kristina Parsons" userId="2637c8b9ee0f7ded" providerId="LiveId" clId="{3AC723FB-6222-4CC1-B634-21668C86D7B8}" dt="2023-09-28T20:27:29.531" v="2140" actId="688"/>
          <ac:picMkLst>
            <pc:docMk/>
            <pc:sldMk cId="2874743813" sldId="256"/>
            <ac:picMk id="1026" creationId="{484F419A-AAA8-BDB5-3106-DE37B6E29DDE}"/>
          </ac:picMkLst>
        </pc:picChg>
        <pc:picChg chg="add mod">
          <ac:chgData name="Kristina Parsons" userId="2637c8b9ee0f7ded" providerId="LiveId" clId="{3AC723FB-6222-4CC1-B634-21668C86D7B8}" dt="2023-09-28T20:33:32.470" v="2164" actId="1076"/>
          <ac:picMkLst>
            <pc:docMk/>
            <pc:sldMk cId="2874743813" sldId="256"/>
            <ac:picMk id="1034" creationId="{2AE8F74B-13E3-0D7C-B50A-CA322BEB6858}"/>
          </ac:picMkLst>
        </pc:picChg>
        <pc:picChg chg="add mod">
          <ac:chgData name="Kristina Parsons" userId="2637c8b9ee0f7ded" providerId="LiveId" clId="{3AC723FB-6222-4CC1-B634-21668C86D7B8}" dt="2023-09-28T20:33:30.691" v="2163" actId="14100"/>
          <ac:picMkLst>
            <pc:docMk/>
            <pc:sldMk cId="2874743813" sldId="256"/>
            <ac:picMk id="1036" creationId="{81B421AB-941E-2E88-CE86-B049DCF8460C}"/>
          </ac:picMkLst>
        </pc:picChg>
      </pc:sldChg>
      <pc:sldMasterChg chg="setBg modSldLayout">
        <pc:chgData name="Kristina Parsons" userId="2637c8b9ee0f7ded" providerId="LiveId" clId="{3AC723FB-6222-4CC1-B634-21668C86D7B8}" dt="2023-09-28T20:16:34.908" v="1811"/>
        <pc:sldMasterMkLst>
          <pc:docMk/>
          <pc:sldMasterMk cId="2230530141" sldId="2147483672"/>
        </pc:sldMasterMkLst>
        <pc:sldLayoutChg chg="setBg">
          <pc:chgData name="Kristina Parsons" userId="2637c8b9ee0f7ded" providerId="LiveId" clId="{3AC723FB-6222-4CC1-B634-21668C86D7B8}" dt="2023-09-28T20:16:34.908" v="1811"/>
          <pc:sldLayoutMkLst>
            <pc:docMk/>
            <pc:sldMasterMk cId="2230530141" sldId="2147483672"/>
            <pc:sldLayoutMk cId="3800207444" sldId="2147483673"/>
          </pc:sldLayoutMkLst>
        </pc:sldLayoutChg>
        <pc:sldLayoutChg chg="setBg">
          <pc:chgData name="Kristina Parsons" userId="2637c8b9ee0f7ded" providerId="LiveId" clId="{3AC723FB-6222-4CC1-B634-21668C86D7B8}" dt="2023-09-28T20:16:34.908" v="1811"/>
          <pc:sldLayoutMkLst>
            <pc:docMk/>
            <pc:sldMasterMk cId="2230530141" sldId="2147483672"/>
            <pc:sldLayoutMk cId="2110672688" sldId="2147483674"/>
          </pc:sldLayoutMkLst>
        </pc:sldLayoutChg>
        <pc:sldLayoutChg chg="setBg">
          <pc:chgData name="Kristina Parsons" userId="2637c8b9ee0f7ded" providerId="LiveId" clId="{3AC723FB-6222-4CC1-B634-21668C86D7B8}" dt="2023-09-28T20:16:34.908" v="1811"/>
          <pc:sldLayoutMkLst>
            <pc:docMk/>
            <pc:sldMasterMk cId="2230530141" sldId="2147483672"/>
            <pc:sldLayoutMk cId="3447206291" sldId="2147483675"/>
          </pc:sldLayoutMkLst>
        </pc:sldLayoutChg>
        <pc:sldLayoutChg chg="setBg">
          <pc:chgData name="Kristina Parsons" userId="2637c8b9ee0f7ded" providerId="LiveId" clId="{3AC723FB-6222-4CC1-B634-21668C86D7B8}" dt="2023-09-28T20:16:34.908" v="1811"/>
          <pc:sldLayoutMkLst>
            <pc:docMk/>
            <pc:sldMasterMk cId="2230530141" sldId="2147483672"/>
            <pc:sldLayoutMk cId="1346981926" sldId="2147483676"/>
          </pc:sldLayoutMkLst>
        </pc:sldLayoutChg>
        <pc:sldLayoutChg chg="setBg">
          <pc:chgData name="Kristina Parsons" userId="2637c8b9ee0f7ded" providerId="LiveId" clId="{3AC723FB-6222-4CC1-B634-21668C86D7B8}" dt="2023-09-28T20:16:34.908" v="1811"/>
          <pc:sldLayoutMkLst>
            <pc:docMk/>
            <pc:sldMasterMk cId="2230530141" sldId="2147483672"/>
            <pc:sldLayoutMk cId="1090516388" sldId="2147483677"/>
          </pc:sldLayoutMkLst>
        </pc:sldLayoutChg>
        <pc:sldLayoutChg chg="setBg">
          <pc:chgData name="Kristina Parsons" userId="2637c8b9ee0f7ded" providerId="LiveId" clId="{3AC723FB-6222-4CC1-B634-21668C86D7B8}" dt="2023-09-28T20:16:34.908" v="1811"/>
          <pc:sldLayoutMkLst>
            <pc:docMk/>
            <pc:sldMasterMk cId="2230530141" sldId="2147483672"/>
            <pc:sldLayoutMk cId="2372573827" sldId="2147483678"/>
          </pc:sldLayoutMkLst>
        </pc:sldLayoutChg>
        <pc:sldLayoutChg chg="setBg">
          <pc:chgData name="Kristina Parsons" userId="2637c8b9ee0f7ded" providerId="LiveId" clId="{3AC723FB-6222-4CC1-B634-21668C86D7B8}" dt="2023-09-28T20:16:34.908" v="1811"/>
          <pc:sldLayoutMkLst>
            <pc:docMk/>
            <pc:sldMasterMk cId="2230530141" sldId="2147483672"/>
            <pc:sldLayoutMk cId="296625915" sldId="2147483679"/>
          </pc:sldLayoutMkLst>
        </pc:sldLayoutChg>
        <pc:sldLayoutChg chg="setBg">
          <pc:chgData name="Kristina Parsons" userId="2637c8b9ee0f7ded" providerId="LiveId" clId="{3AC723FB-6222-4CC1-B634-21668C86D7B8}" dt="2023-09-28T20:16:34.908" v="1811"/>
          <pc:sldLayoutMkLst>
            <pc:docMk/>
            <pc:sldMasterMk cId="2230530141" sldId="2147483672"/>
            <pc:sldLayoutMk cId="3899998386" sldId="2147483680"/>
          </pc:sldLayoutMkLst>
        </pc:sldLayoutChg>
        <pc:sldLayoutChg chg="setBg">
          <pc:chgData name="Kristina Parsons" userId="2637c8b9ee0f7ded" providerId="LiveId" clId="{3AC723FB-6222-4CC1-B634-21668C86D7B8}" dt="2023-09-28T20:16:34.908" v="1811"/>
          <pc:sldLayoutMkLst>
            <pc:docMk/>
            <pc:sldMasterMk cId="2230530141" sldId="2147483672"/>
            <pc:sldLayoutMk cId="795026101" sldId="2147483681"/>
          </pc:sldLayoutMkLst>
        </pc:sldLayoutChg>
        <pc:sldLayoutChg chg="setBg">
          <pc:chgData name="Kristina Parsons" userId="2637c8b9ee0f7ded" providerId="LiveId" clId="{3AC723FB-6222-4CC1-B634-21668C86D7B8}" dt="2023-09-28T20:16:34.908" v="1811"/>
          <pc:sldLayoutMkLst>
            <pc:docMk/>
            <pc:sldMasterMk cId="2230530141" sldId="2147483672"/>
            <pc:sldLayoutMk cId="3400110475" sldId="2147483682"/>
          </pc:sldLayoutMkLst>
        </pc:sldLayoutChg>
        <pc:sldLayoutChg chg="setBg">
          <pc:chgData name="Kristina Parsons" userId="2637c8b9ee0f7ded" providerId="LiveId" clId="{3AC723FB-6222-4CC1-B634-21668C86D7B8}" dt="2023-09-28T20:16:34.908" v="1811"/>
          <pc:sldLayoutMkLst>
            <pc:docMk/>
            <pc:sldMasterMk cId="2230530141" sldId="2147483672"/>
            <pc:sldLayoutMk cId="1785897837" sldId="2147483683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74913" y="589241"/>
            <a:ext cx="14849475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74913" y="1891070"/>
            <a:ext cx="14849475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14841-EB75-4F4F-9DE8-73B3A903F4E0}" type="datetimeFigureOut">
              <a:rPr lang="en-GB" smtClean="0"/>
              <a:t>19/03/2024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C52E4-FBDC-488A-9040-BC49FCAA6F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2758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14841-EB75-4F4F-9DE8-73B3A903F4E0}" type="datetimeFigureOut">
              <a:rPr lang="en-GB" smtClean="0"/>
              <a:t>19/03/2024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C52E4-FBDC-488A-9040-BC49FCAA6F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5418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0890" y="897613"/>
            <a:ext cx="17076896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50890" y="2409468"/>
            <a:ext cx="17076896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14841-EB75-4F4F-9DE8-73B3A903F4E0}" type="datetimeFigureOut">
              <a:rPr lang="en-GB" smtClean="0"/>
              <a:t>19/03/2024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C52E4-FBDC-488A-9040-BC49FCAA6F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2831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61202" y="958453"/>
            <a:ext cx="8414703" cy="228445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23395" y="958453"/>
            <a:ext cx="8414703" cy="228445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14841-EB75-4F4F-9DE8-73B3A903F4E0}" type="datetimeFigureOut">
              <a:rPr lang="en-GB" smtClean="0"/>
              <a:t>19/03/2024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C52E4-FBDC-488A-9040-BC49FCAA6F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925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781" y="191691"/>
            <a:ext cx="17076896" cy="69592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3782" y="882610"/>
            <a:ext cx="8376031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3782" y="1315164"/>
            <a:ext cx="8376031" cy="193440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023396" y="882610"/>
            <a:ext cx="8417281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023396" y="1315164"/>
            <a:ext cx="8417281" cy="193440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14841-EB75-4F4F-9DE8-73B3A903F4E0}" type="datetimeFigureOut">
              <a:rPr lang="en-GB" smtClean="0"/>
              <a:t>19/03/2024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C52E4-FBDC-488A-9040-BC49FCAA6F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2042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14841-EB75-4F4F-9DE8-73B3A903F4E0}" type="datetimeFigureOut">
              <a:rPr lang="en-GB" smtClean="0"/>
              <a:t>19/03/2024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C52E4-FBDC-488A-9040-BC49FCAA6F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4408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14841-EB75-4F4F-9DE8-73B3A903F4E0}" type="datetimeFigureOut">
              <a:rPr lang="en-GB" smtClean="0"/>
              <a:t>19/03/2024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C52E4-FBDC-488A-9040-BC49FCAA6F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3620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782" y="240030"/>
            <a:ext cx="6385789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7281" y="518398"/>
            <a:ext cx="10023396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3782" y="1080135"/>
            <a:ext cx="6385789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14841-EB75-4F4F-9DE8-73B3A903F4E0}" type="datetimeFigureOut">
              <a:rPr lang="en-GB" smtClean="0"/>
              <a:t>19/03/2024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C52E4-FBDC-488A-9040-BC49FCAA6F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3254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782" y="240030"/>
            <a:ext cx="6385789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417281" y="518398"/>
            <a:ext cx="10023396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3782" y="1080135"/>
            <a:ext cx="6385789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14841-EB75-4F4F-9DE8-73B3A903F4E0}" type="datetimeFigureOut">
              <a:rPr lang="en-GB" smtClean="0"/>
              <a:t>19/03/2024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C52E4-FBDC-488A-9040-BC49FCAA6F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33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14841-EB75-4F4F-9DE8-73B3A903F4E0}" type="datetimeFigureOut">
              <a:rPr lang="en-GB" smtClean="0"/>
              <a:t>19/03/2024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C52E4-FBDC-488A-9040-BC49FCAA6F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7883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168874" y="191691"/>
            <a:ext cx="4269224" cy="305121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61202" y="191691"/>
            <a:ext cx="12560181" cy="305121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14841-EB75-4F4F-9DE8-73B3A903F4E0}" type="datetimeFigureOut">
              <a:rPr lang="en-GB" smtClean="0"/>
              <a:t>19/03/2024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C52E4-FBDC-488A-9040-BC49FCAA6F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9774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61202" y="191691"/>
            <a:ext cx="17076896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1202" y="958453"/>
            <a:ext cx="17076896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61202" y="3337084"/>
            <a:ext cx="4454843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E14841-EB75-4F4F-9DE8-73B3A903F4E0}" type="datetimeFigureOut">
              <a:rPr lang="en-GB" smtClean="0"/>
              <a:t>19/03/2024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58518" y="3337084"/>
            <a:ext cx="6682264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983255" y="3337084"/>
            <a:ext cx="4454843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DC52E4-FBDC-488A-9040-BC49FCAA6F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9211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413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everal tents in a field&#10;&#10;Description automatically generated">
            <a:extLst>
              <a:ext uri="{FF2B5EF4-FFF2-40B4-BE49-F238E27FC236}">
                <a16:creationId xmlns:a16="http://schemas.microsoft.com/office/drawing/2014/main" id="{ED5288AE-B4D1-79B9-5DD6-D0C8E6C0F15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7" r="22718"/>
          <a:stretch/>
        </p:blipFill>
        <p:spPr>
          <a:xfrm rot="21000000">
            <a:off x="14039748" y="630224"/>
            <a:ext cx="3121515" cy="234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34" name="Picture 10" descr="No photo description available.">
            <a:extLst>
              <a:ext uri="{FF2B5EF4-FFF2-40B4-BE49-F238E27FC236}">
                <a16:creationId xmlns:a16="http://schemas.microsoft.com/office/drawing/2014/main" id="{2AE8F74B-13E3-0D7C-B50A-CA322BEB68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000000">
            <a:off x="17545155" y="558476"/>
            <a:ext cx="1890464" cy="252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Picture 2" descr="A yellow and blue triangle&#10;&#10;Description automatically generated">
            <a:extLst>
              <a:ext uri="{FF2B5EF4-FFF2-40B4-BE49-F238E27FC236}">
                <a16:creationId xmlns:a16="http://schemas.microsoft.com/office/drawing/2014/main" id="{7FA40DBD-23EF-6739-D390-39D75C14FC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869" y="696053"/>
            <a:ext cx="7469564" cy="2244851"/>
          </a:xfrm>
          <a:prstGeom prst="rect">
            <a:avLst/>
          </a:prstGeom>
        </p:spPr>
      </p:pic>
      <p:pic>
        <p:nvPicPr>
          <p:cNvPr id="1026" name="Picture 2" descr="4th East Grinstead Beavers/Cubs/Scouts | Facebook">
            <a:extLst>
              <a:ext uri="{FF2B5EF4-FFF2-40B4-BE49-F238E27FC236}">
                <a16:creationId xmlns:a16="http://schemas.microsoft.com/office/drawing/2014/main" id="{484F419A-AAA8-BDB5-3106-DE37B6E29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00000">
            <a:off x="3843434" y="540224"/>
            <a:ext cx="1783070" cy="252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Picture 3" descr="A fire pit with a pot on it">
            <a:extLst>
              <a:ext uri="{FF2B5EF4-FFF2-40B4-BE49-F238E27FC236}">
                <a16:creationId xmlns:a16="http://schemas.microsoft.com/office/drawing/2014/main" id="{82090C12-165B-0C0B-79DA-148E5E7E1C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00000">
            <a:off x="338713" y="630356"/>
            <a:ext cx="3119998" cy="2340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874743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180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Kristina Parsons</dc:creator>
  <cp:lastModifiedBy>Ben Parsons</cp:lastModifiedBy>
  <cp:revision>1</cp:revision>
  <dcterms:created xsi:type="dcterms:W3CDTF">2023-09-28T19:00:47Z</dcterms:created>
  <dcterms:modified xsi:type="dcterms:W3CDTF">2024-03-19T16:55:29Z</dcterms:modified>
</cp:coreProperties>
</file>